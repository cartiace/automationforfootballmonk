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DB954">
              <a:alpha val="18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365760"/>
            <a:ext cx="2560320" cy="2560320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TEST AUTOMATION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FootballMonk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Framework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· Cucumber BDD · TestNG · Allure Reports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352"/>
          </a:solidFill>
          <a:ln w="12700">
            <a:solidFill>
              <a:srgbClr val="1A33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9E0"/>
                </a:solidFill>
              </a:rPr>
              <a:t>footballmonk.in  ·  Barcelona Jersey Flow  ·  Java 21  ·  Selenium Grid  ·  github.com/cartiace/AutomationForFootballmonk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Automates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suite for footballmonk.in — a WooCommerce football jersey e-commerce store.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scenario under test: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 →  Hover Football Jerseys menu  →  Click Barcelona Jersey  →  Sort by Price Low to High  →  Assert top 5 names contain 'Barcelona'  →  Assert ascending price order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0233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4447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09360" y="14447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18288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4.41.0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92040" y="22128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221284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7.33.0 + Gherkin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259689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259689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7.12.0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298094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9360" y="298094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364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336499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2.32.0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37490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37490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 2.25.3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41330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09360" y="41330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footballmonk.in (WooCommerce)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114800" cy="4160520"/>
          </a:xfrm>
          <a:prstGeom prst="roundRect">
            <a:avLst>
              <a:gd name="adj" fmla="val 2222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961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framework_project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src/main/java/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4584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 base/Base.java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6550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 pageObject/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516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  ├─ LoginPage.java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0482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  └─ BarcelonaPage.java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448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src/main/resources/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4414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 data.properties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6380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src/test/java/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 cucumberOptions/TestRunner.java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0312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 hooks/ScenerioHook.java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227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 stepDefinations/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4244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  └─ D_BarcelonaJerseySortStep.java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6210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src/test/resources/features/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8176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 D_BarcelonaJerseySort.feature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0142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pom.xml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2108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testng.xml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804672"/>
            <a:ext cx="411480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8961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Responsibilities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2984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Base.java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15179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ThreadLocal WebDriver, loads data.properties via classpath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81051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LoginPage.java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2029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locators: username, password, login button, account nav check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3225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BarcelonaPage.java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5420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menu locators, sort &lt;select&gt;, product title &amp; price selectors with 9 fallbacks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8346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ScenerioHook.java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30540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setup (@Before), screenshot on fail + quit (@After)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33467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TestRunner.java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566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entry point — glues features, steps, hooks, Allure plugin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385876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data.properties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40782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 + Barcelona category URL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43708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D_BarcelonaJerseySort.feature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4590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Gherkin scenario in plain English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914400"/>
            <a:ext cx="438912" cy="43891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84124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Files (.feature)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BDD — plain English scenarios. Tags: @BarcelonaSort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60934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79440"/>
          </a:solidFill>
          <a:ln w="12700">
            <a:solidFill>
              <a:srgbClr val="1794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719072"/>
            <a:ext cx="438912" cy="43891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6459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Definitions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9476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D_BarcelonaJerseySortStep.java — Java methods bound to each Given/When/Then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41401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0F7034"/>
          </a:solidFill>
          <a:ln w="12700">
            <a:solidFill>
              <a:srgbClr val="0F70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523744"/>
            <a:ext cx="438912" cy="43891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45059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Object Model (POM)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5234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 · BarcelonaPage — all locators &amp; page actions in one place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21868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0A5C2A"/>
          </a:solidFill>
          <a:ln w="12700">
            <a:solidFill>
              <a:srgbClr val="0A5C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3328416"/>
            <a:ext cx="438912" cy="43891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25526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+ Hooks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570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ThreadLocal WebDriver · data.properties · @Before setup · @After screenshot + quit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074D22"/>
          </a:solidFill>
          <a:ln w="12700">
            <a:solidFill>
              <a:srgbClr val="074D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133088"/>
            <a:ext cx="438912" cy="43891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059936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Selenium Grid (RemoteWebDriver)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36168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on localhost:4444 — decoupled execution from test logic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BDD Feature File — D_BarcelonaJerseySort.feature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5212080" cy="4069080"/>
          </a:xfrm>
          <a:prstGeom prst="roundRect">
            <a:avLst>
              <a:gd name="adj" fmla="val 2247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Gherkin Scenario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@BarcelonaSort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45997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Barcelona Jersey navigation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03274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price sort validation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60550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817827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Navigate to Barcelona jerseys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975104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via dropdown and validate sort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132381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289658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user navigates to FootballMonk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446934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home page and logs in with email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604211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"your_email" and password "***"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761488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user hovers on Football Jerseys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918765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menu and clicks Barcelona Jersey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076042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user should be on the Barcelona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233318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jerseys page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390595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user selects sort by "price"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547872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 to 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705149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top 5 products should all contain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862426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"Barcelona" in their name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4019702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prices should be sorted from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176979"/>
            <a:ext cx="4937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 to high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60720" y="804672"/>
            <a:ext cx="3017520" cy="40690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97880" y="89611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Breakdown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316736"/>
            <a:ext cx="566928" cy="228600"/>
          </a:xfrm>
          <a:prstGeom prst="roundRect">
            <a:avLst>
              <a:gd name="adj" fmla="val 16000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31673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Given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97880" y="15727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via WooCommerce /my-account/ and verify account nav loads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97880" y="1883664"/>
            <a:ext cx="566928" cy="2286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88366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When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97880" y="21396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nav menu, wait for dropdown, click Barcelona Jersey link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97880" y="2450592"/>
            <a:ext cx="566928" cy="228600"/>
          </a:xfrm>
          <a:prstGeom prst="roundRect">
            <a:avLst>
              <a:gd name="adj" fmla="val 16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45059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Then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97880" y="27066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current URL contains 'barcelona-jerseys'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97880" y="3017520"/>
            <a:ext cx="566928" cy="2286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301752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When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97880" y="32735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JS-fire change event on select.orderby to set value='price'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97880" y="3584448"/>
            <a:ext cx="566928" cy="228600"/>
          </a:xfrm>
          <a:prstGeom prst="roundRect">
            <a:avLst>
              <a:gd name="adj" fmla="val 16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358444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Then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97880" y="38404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top 5 product titles, assert each contains 'Barcelona'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97880" y="4151376"/>
            <a:ext cx="566928" cy="228600"/>
          </a:xfrm>
          <a:prstGeom prst="roundRect">
            <a:avLst>
              <a:gd name="adj" fmla="val 16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415137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And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97880" y="44074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all price &lt;bdi&gt; tags, assert price[i] ≤ price[i+1]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Execution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91440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914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3716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/my-account/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credentials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.woocommerce-MyAccount-navigation OR .woocommerce-error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804672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91440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58768" y="914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Navigate Home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13716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footballmonk.in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'Football Jerseys'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800ms for CSS dropdown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804672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81928" y="91440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39128" y="914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Barcelona Dropdown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1928" y="13716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3-strategy click: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Actions hover + click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JS click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Direct URL fallback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6060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1208" y="2715768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8408" y="271576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Low → High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" y="3172968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select.orderby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JS: sel.value='price'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change event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?orderby=price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6060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01568" y="2715768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58768" y="271576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Names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01568" y="3172968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CSS selector fallbacks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top 5 product titles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contains 'Barcelona'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6060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81928" y="2715768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39128" y="271576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Prices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81928" y="3172968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price selector fallbacks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₹ and commas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price[i] ≤ price[i+1]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Object Model — Locator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77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LoginPage.java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usernameField  →  By.id("username")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5179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passwordField  →  By.id("password")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7739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loginButton  →  By.name("login")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loginSuccess  →  By.cssSelector(".woocommerce-MyAccount-navigation")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loginError  →  By.cssSelector(".woocommerce-error")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877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BarcelonaPage.java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2618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footballJerseysMenu  →  nav//a[contains(@href,'buy-football-jersey')]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0600" y="15179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barcelonaMenuItem  →  //a[@href*='barcelona-jerseys' and text()='Barcelona']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17739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sortDropdown  →  select.orderby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20299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productTitles  →  9 CSS fallback selectors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22860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productPrices  →  8 CSS fallback selectors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8412480" cy="2029968"/>
          </a:xfrm>
          <a:prstGeom prst="roundRect">
            <a:avLst>
              <a:gd name="adj" fmla="val 4505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90779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9 Fallback Selectors?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themes override default HTML. FootballMonk's Elementor theme may use h2, h3, .product-name, or .entry-title depending on widget settings — so BarcelonaPage tries each in order until one returns results. This makes the test resilient to theme changes without code changes.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How They Were Solved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4183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418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CHALLENGE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600200" y="8686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WooCommerce Login Redirect Loop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1612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After clicking login, test waited for URL to leave /my-account/ — but WooCommerce redirects BACK to /my-account/ on success. Caused a 15-second timeout every run.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0" y="116128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9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Changed wait to detect either .woocommerce-MyAccount-navigation (success) or .woocommerce-error (failure), then checked which appeared.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011680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116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CHALLENGE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00200" y="193852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Hover Dropdown Not Triggering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22311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Actions.moveToElement() doesn't reliably fire CSS :hover on RemoteWebDriver (Windows + Chrome). The Barcelona submenu link was present in DOM but invisible.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223113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9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Added 3 strategies: ① Actions hover with 800ms pause, ② JS direct click bypassing visibility, ③ direct URL navigation as guaranteed fallback.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08152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81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CHALLENGE 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00200" y="300837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&lt;select&gt; Hidden by Theme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330098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FootballMonk's theme replaces the WooCommerce &lt;select class='orderby'&gt; with a custom styled dropdown. elementToBeClickable() timed out after 15 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0" y="330098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9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Used JS to set the select value and dispatch a change event: sel.value='price'; sel.dispatchEvent(new Event('change', {bubbles:true}))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986784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4151376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51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CHALLENGE 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00200" y="407822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Product Title CSS Selector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00200" y="43708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WooCommerce's default h2.woocommerce-loop-product__title wasn't found — Elementor theme outputs a different tag/class combination.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03520" y="437083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9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BarcelonaPage.getProductTitles() iterates 9 CSS selectors in priority order, returns on first match, and logs which one succeeded.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Maven Dependencies (pom.xml)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914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DB954">
              <a:alpha val="80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4.41.0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24128" y="9144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selenium-java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24128" y="120700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— RemoteWebDriver, Actions, WebDriverWait, Select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0328" y="914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DB954">
              <a:alpha val="80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7.33.0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58968" y="9144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cucumber-java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58968" y="120700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step binding — @Given, @When, @Then, @And annotations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847088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19385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DB954">
              <a:alpha val="80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7.33.0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24128" y="193852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cucumber-testng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24128" y="223113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integration — AbstractTestNGCucumberTests, @DataProvider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847088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0328" y="19385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DB954">
              <a:alpha val="80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7.12.0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58968" y="193852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58968" y="223113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 — parallel execution, assertions (Assert.assertTrue)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871216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29626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DB954">
              <a:alpha val="80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2.32.0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24128" y="29626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allure-cucumber7-jvm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24128" y="325526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reporting plugin for Cucumber 7 scenarios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871216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10328" y="29626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DB954">
              <a:alpha val="80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2.32.0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58968" y="29626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allure-testng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58968" y="325526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integration with TestNG lifecycle hooks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895344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" y="398678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DB954">
              <a:alpha val="80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2.25.3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24128" y="398678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log4j-core / log4j-api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24128" y="427939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— debug steps, warn on strategy fallback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895344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10328" y="398678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DB954">
              <a:alpha val="80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0328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5.5.1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58968" y="398678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poi-ooxml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58968" y="427939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POI — for future Excel-driven data provider support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Allure Reporting &amp; Test Output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Allure Works Here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TestRunner includes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AllureCucumber7Jvm plugin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96596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Gherkin step 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captured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0604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6060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ScenerioHook takes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on FAIL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2461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attached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 as artifact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8862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mvn test then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serve target/allure-results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82296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8961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Contains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12984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Name: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15270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Barcelona jerseys via dropdown and validate sort by price low to high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17739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20025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Given/When/Then/And steps with pass/fail status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224942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24780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timing breakdown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72491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95351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Full-page screenshot attached on any step failure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2004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34290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@BarcelonaSort tag visible in Behaviors view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67588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Detail: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390448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Java stack trace + AssertionError message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41513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Info: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43799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149, platformName: windows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 the Tests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26187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installed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581912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158191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installed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1901952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190195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browser installed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221992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222199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Grid running on localhost:4444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254203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ChromeDriver matching Chrome version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822960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89611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Commands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1234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Clone the repo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14127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https://github.com/cartiace/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15910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AutomationForFootballmonk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176936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194767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Run tests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21259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clean test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23042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248259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View Allure report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266090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allure serve target/allure-results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2926080"/>
            <a:ext cx="8412480" cy="1920240"/>
          </a:xfrm>
          <a:prstGeom prst="roundRect">
            <a:avLst>
              <a:gd name="adj" fmla="val 4762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299923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data.properties Configuration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874520" y="33832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https://footballmonk.in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3822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barcelonaUrl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874520" y="3822192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https://footballmonk.in/product-category/buy-football-jersey-india/barcelona-jerseys/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2611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874520" y="4261104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chrome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1DB954">
              <a:alpha val="15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DB954">
              <a:alpha val="20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19659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automation for footballmonk.in — from login to validated price sort.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265176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A3352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651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github.com/cartiace/AutomationForFootballmonk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" y="3401568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1A3352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9E0"/>
                </a:solidFill>
              </a:rPr>
              <a:t>Selenium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3401568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1A3352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9E0"/>
                </a:solidFill>
              </a:rPr>
              <a:t>Cucumber BDD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3401568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1A3352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9E0"/>
                </a:solidFill>
              </a:rPr>
              <a:t>TestNG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" y="3922776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1A3352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9227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9E0"/>
                </a:solidFill>
              </a:rPr>
              <a:t>Allure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3922776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1A3352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9227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9E0"/>
                </a:solidFill>
              </a:rPr>
              <a:t>Page Object Model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3922776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1A3352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9227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9E0"/>
                </a:solidFill>
              </a:rPr>
              <a:t>WooCommerce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51560" y="4443984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1A3352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4439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9E0"/>
                </a:solidFill>
              </a:rPr>
              <a:t>Java 21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4443984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1A3352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44439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9E0"/>
                </a:solidFill>
              </a:rPr>
              <a:t>Log4j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4443984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1A3352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44439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9E0"/>
                </a:solidFill>
              </a:rPr>
              <a:t>Maven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footballmonk.in  ·  Java 21  ·  Chrome 149  ·  Selenium Grid localhost:4444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FootballMonk Test Automation Framework</dc:title>
  <dc:subject>PptxGenJS Presentation</dc:subject>
  <dc:creator>cartiace</dc:creator>
  <cp:lastModifiedBy>cartiace</cp:lastModifiedBy>
  <cp:revision>1</cp:revision>
  <dcterms:created xsi:type="dcterms:W3CDTF">2026-06-23T04:16:26Z</dcterms:created>
  <dcterms:modified xsi:type="dcterms:W3CDTF">2026-06-23T04:16:26Z</dcterms:modified>
</cp:coreProperties>
</file>